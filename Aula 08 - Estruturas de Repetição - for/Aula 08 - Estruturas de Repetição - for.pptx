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7772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ED8B00"/>
                </a:solidFill>
                <a:latin typeface="Calibri"/>
              </a:rPr>
              <a:t>Estruturas de
Repetição: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0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Módulo 01 - Fundamentos de Programação com Java
Aula 08 de 10 | 4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Objetivos da Aula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 QUE VAMOS APRENDER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Compreender </a:t>
            </a:r>
            <a:r>
              <a:rPr sz="1600">
                <a:solidFill>
                  <a:srgbClr val="333333"/>
                </a:solidFill>
                <a:latin typeface="Calibri"/>
              </a:rPr>
              <a:t>o conceito de laços de repetição.</a:t>
            </a:r>
          </a:p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Implementar </a:t>
            </a:r>
            <a:r>
              <a:rPr sz="1600">
                <a:solidFill>
                  <a:srgbClr val="333333"/>
                </a:solidFill>
                <a:latin typeface="Calibri"/>
              </a:rPr>
              <a:t>o laço for com contador.</a:t>
            </a:r>
          </a:p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Utilizar </a:t>
            </a:r>
            <a:r>
              <a:rPr sz="1600">
                <a:solidFill>
                  <a:srgbClr val="333333"/>
                </a:solidFill>
                <a:latin typeface="Calibri"/>
              </a:rPr>
              <a:t>for para percorrer sequências.</a:t>
            </a:r>
          </a:p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Aninhar </a:t>
            </a:r>
            <a:r>
              <a:rPr sz="1600">
                <a:solidFill>
                  <a:srgbClr val="333333"/>
                </a:solidFill>
                <a:latin typeface="Calibri"/>
              </a:rPr>
              <a:t>laços for para problemas bidimensionais.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Situação de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AÇÃO - Desafio Inicial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004382"/>
                </a:solidFill>
                <a:latin typeface="Calibri"/>
              </a:rPr>
              <a:t>Se eu pedir para escreverem
"Eu amo Java" 100 vezes,
como fariam no código?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1">
                <a:solidFill>
                  <a:srgbClr val="666666"/>
                </a:solidFill>
                <a:latin typeface="Calibri"/>
              </a:rPr>
              <a:t>100 linhas de println? Deve haver um jeito melhor...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Reflexão sobre 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VAMOS PENSAR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Copiar 100 vezes? Ineficiente!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 se mudar para 1000?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Precisamos repetir automaticamente.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É aí que entra o for!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Conteúdo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REFLEXÃO - Fundamentação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 Laço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REPETIÇÃO COM CONTADOR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Sintaxe: </a:t>
            </a:r>
            <a:r>
              <a:rPr sz="1600">
                <a:solidFill>
                  <a:srgbClr val="333333"/>
                </a:solidFill>
                <a:latin typeface="Calibri"/>
              </a:rPr>
              <a:t>for (início; condição; incremento) { }</a:t>
            </a: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(int i = 0; i &lt; 100; i++) {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  System.out.println("Eu amo Java!");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}</a:t>
            </a: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início: </a:t>
            </a:r>
            <a:r>
              <a:rPr sz="1600">
                <a:solidFill>
                  <a:srgbClr val="333333"/>
                </a:solidFill>
                <a:latin typeface="Calibri"/>
              </a:rPr>
              <a:t>int i = 0</a:t>
            </a:r>
          </a:p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condição: </a:t>
            </a:r>
            <a:r>
              <a:rPr sz="1600">
                <a:solidFill>
                  <a:srgbClr val="333333"/>
                </a:solidFill>
                <a:latin typeface="Calibri"/>
              </a:rPr>
              <a:t>i &lt; 100</a:t>
            </a:r>
          </a:p>
          <a:p>
            <a:pPr>
              <a:spcAft>
                <a:spcPts val="600"/>
              </a:spcAft>
              <a:buChar char="•"/>
            </a:pPr>
            <a:r>
              <a:rPr sz="1600" b="1">
                <a:solidFill>
                  <a:srgbClr val="004382"/>
                </a:solidFill>
                <a:latin typeface="Calibri"/>
              </a:rPr>
              <a:t>incremento: </a:t>
            </a:r>
            <a:r>
              <a:rPr sz="1600">
                <a:solidFill>
                  <a:srgbClr val="333333"/>
                </a:solidFill>
                <a:latin typeface="Calibri"/>
              </a:rPr>
              <a:t>i++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Exemplos Práticos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APLICAÇÕES COMUNS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Contar de 1 a 10: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(int i = 1; i &lt;= 10; i++)</a:t>
            </a: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Decrescente: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(int i = 10; i &gt;= 1; i--)</a:t>
            </a: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De 2 em 2: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(int i = 2; i &lt;= 20; i += 2)</a:t>
            </a: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Tabuada do 5: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(int i = 1; i &lt;= 10; i++) {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  println("5 x " + i + " = " + (5*i));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for Aninhado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LOOP DENTRO DE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Para repetição em duas dimensões:</a:t>
            </a: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(int i = 1; i &lt;= 5; i++) {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  for (int j = 1; j &lt;= 5; j++) {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      System.out.print("* ");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  }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  System.out.println();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}</a:t>
            </a:r>
          </a:p>
          <a:p>
            <a:pPr>
              <a:spcAft>
                <a:spcPts val="200"/>
              </a:spcAft>
            </a:pPr>
            <a:endParaRPr sz="160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Resultado: quadrado 5x5 de asteriscos.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Atividade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NOVA AÇÃO - Aplicação do Conhecimento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Tabuada e Padrões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ATIVIDADE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Exercício 1: Tabuada completa (1 a 10) com for aninhado.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Exercício 2: Triângulo de asteriscos: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*  **  ***  ****  *****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Exercício 3: Soma de 1 a N (leia N do usuário).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Tempo: 45 minutos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Resumo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 QUE APRENDEMOS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é ideal quando sabemos quantas vezes.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Estrutura: for (início; condição; incremento).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Contador pode crescer, decrescer ou pular.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for aninhado para problemas 2D.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Verifique se o loop vai parar!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Próxima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PREPARE-SE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Aula 09: while e do-while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Para quando NÃO sabemos quantas vezes repetir!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548640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sc.senac.br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3AD36F74984E4C83EABABA42430AEF" ma:contentTypeVersion="3" ma:contentTypeDescription="Crie um novo documento." ma:contentTypeScope="" ma:versionID="bdab33ee89558bf29d82415e2b345454">
  <xsd:schema xmlns:xsd="http://www.w3.org/2001/XMLSchema" xmlns:xs="http://www.w3.org/2001/XMLSchema" xmlns:p="http://schemas.microsoft.com/office/2006/metadata/properties" xmlns:ns2="49d84168-217c-43eb-a13d-f6f391da8223" targetNamespace="http://schemas.microsoft.com/office/2006/metadata/properties" ma:root="true" ma:fieldsID="20eb942400b5f8426e28c99a637d8a7e" ns2:_="">
    <xsd:import namespace="49d84168-217c-43eb-a13d-f6f391da82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68-217c-43eb-a13d-f6f391da8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5CC556-A38F-41C9-BCC4-704A79AAB5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68-217c-43eb-a13d-f6f391da82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0EE7E8-0F41-4E0A-A827-94EFDC50D69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8A27FAE-68E0-49C7-B751-CAFEA1EB87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2026-04-10T18:26:22Z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0x010100483AD36F74984E4C83EABABA42430AEF</vt:lpwstr>
  </property>
</Properties>
</file>