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customXml" Target="../customXml/item3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customXml" Target="../customXml/item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7772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ED8B00"/>
                </a:solidFill>
                <a:latin typeface="Calibri"/>
              </a:rPr>
              <a:t>Variáveis e Tipos
de Dados em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0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Módulo 01 - Fundamentos de Programação com Java
Aula 04 de 10 | 4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Objetivos da Aula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 QUE VAMOS APRENDER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Declarar </a:t>
            </a:r>
            <a:r>
              <a:rPr sz="1600">
                <a:solidFill>
                  <a:srgbClr val="333333"/>
                </a:solidFill>
                <a:latin typeface="Calibri"/>
              </a:rPr>
              <a:t>variáveis com tipos de dados apropriados.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Diferenciar </a:t>
            </a:r>
            <a:r>
              <a:rPr sz="1600">
                <a:solidFill>
                  <a:srgbClr val="333333"/>
                </a:solidFill>
                <a:latin typeface="Calibri"/>
              </a:rPr>
              <a:t>tipos primitivos: int, double, char, boolean, String.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Realizar </a:t>
            </a:r>
            <a:r>
              <a:rPr sz="1600">
                <a:solidFill>
                  <a:srgbClr val="333333"/>
                </a:solidFill>
                <a:latin typeface="Calibri"/>
              </a:rPr>
              <a:t>leitura de dados do usuário com Scanner.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Aplicar </a:t>
            </a:r>
            <a:r>
              <a:rPr sz="1600">
                <a:solidFill>
                  <a:srgbClr val="333333"/>
                </a:solidFill>
                <a:latin typeface="Calibri"/>
              </a:rPr>
              <a:t>conversão de tipos (casting) quando necessário.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Situação de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AÇÃO - Desafio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004382"/>
                </a:solidFill>
                <a:latin typeface="Calibri"/>
              </a:rPr>
              <a:t>Imagine que você precisa criar
uma ficha de cadastro.
Que tipos de informação ela teria?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1">
                <a:solidFill>
                  <a:srgbClr val="666666"/>
                </a:solidFill>
                <a:latin typeface="Calibri"/>
              </a:rPr>
              <a:t>Nome, idade, altura, CPF... cada dado tem um TIPO diferente!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Reflexão sobre 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VAMOS PENSAR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Nome = texto (String)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Idade = número inteiro (int)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Altura = número decimal (double)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Ativo = sim/não (boolean)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Cada tipo precisa de um recipiente adequado!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REFLEXÃO - Fundamentação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 que são Variáveis?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CONCEITO FUNDAMENTAL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Variável: </a:t>
            </a:r>
            <a:r>
              <a:rPr sz="1600">
                <a:solidFill>
                  <a:srgbClr val="333333"/>
                </a:solidFill>
                <a:latin typeface="Calibri"/>
              </a:rPr>
              <a:t>Espaço na memória para guardar dados.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Analogia: </a:t>
            </a:r>
            <a:r>
              <a:rPr sz="1600">
                <a:solidFill>
                  <a:srgbClr val="333333"/>
                </a:solidFill>
                <a:latin typeface="Calibri"/>
              </a:rPr>
              <a:t>Caixa com etiqueta — nome, tipo e conteúdo.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Declaração: tipo nome = valor;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Exemplo: int idade = 25;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Exemplo: String nome = "Maria";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Regra: </a:t>
            </a:r>
            <a:r>
              <a:rPr sz="1600">
                <a:solidFill>
                  <a:srgbClr val="333333"/>
                </a:solidFill>
                <a:latin typeface="Calibri"/>
              </a:rPr>
              <a:t>Nome descritivo em camelCase.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Tipos Primitivos em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OS 8 TIPOS BÁSICOS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int: </a:t>
            </a:r>
            <a:r>
              <a:rPr sz="1600">
                <a:solidFill>
                  <a:srgbClr val="333333"/>
                </a:solidFill>
                <a:latin typeface="Calibri"/>
              </a:rPr>
              <a:t>Números inteiros (42, -7, 0)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double: </a:t>
            </a:r>
            <a:r>
              <a:rPr sz="1600">
                <a:solidFill>
                  <a:srgbClr val="333333"/>
                </a:solidFill>
                <a:latin typeface="Calibri"/>
              </a:rPr>
              <a:t>Números decimais (3.14, -0.5)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char: </a:t>
            </a:r>
            <a:r>
              <a:rPr sz="1600">
                <a:solidFill>
                  <a:srgbClr val="333333"/>
                </a:solidFill>
                <a:latin typeface="Calibri"/>
              </a:rPr>
              <a:t>Um caractere ('A', '7')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boolean: </a:t>
            </a:r>
            <a:r>
              <a:rPr sz="1600">
                <a:solidFill>
                  <a:srgbClr val="333333"/>
                </a:solidFill>
                <a:latin typeface="Calibri"/>
              </a:rPr>
              <a:t>Verdadeiro ou falso (true/false)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long: </a:t>
            </a:r>
            <a:r>
              <a:rPr sz="1600">
                <a:solidFill>
                  <a:srgbClr val="333333"/>
                </a:solidFill>
                <a:latin typeface="Calibri"/>
              </a:rPr>
              <a:t>Inteiros grandes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String: </a:t>
            </a:r>
            <a:r>
              <a:rPr sz="1600">
                <a:solidFill>
                  <a:srgbClr val="333333"/>
                </a:solidFill>
                <a:latin typeface="Calibri"/>
              </a:rPr>
              <a:t>Texto (não é primitivo, mas é essencial!)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Leitura com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INTERAÇÃO COM O USUÁRIO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import java.util.Scanner;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Scanner sc = new Scanner(System.in);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System.out.print("Nome: ");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String nome = sc.nextLine();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System.out.print("Idade: ");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int idade = sc.nextInt();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Métodos: </a:t>
            </a:r>
            <a:r>
              <a:rPr sz="1600">
                <a:solidFill>
                  <a:srgbClr val="333333"/>
                </a:solidFill>
                <a:latin typeface="Calibri"/>
              </a:rPr>
              <a:t>nextLine(), nextInt(), nextDouble()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Conversão de Tipos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Implícita: </a:t>
            </a:r>
            <a:r>
              <a:rPr sz="1600">
                <a:solidFill>
                  <a:srgbClr val="333333"/>
                </a:solidFill>
                <a:latin typeface="Calibri"/>
              </a:rPr>
              <a:t>int → double (automática)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Explícita: </a:t>
            </a:r>
            <a:r>
              <a:rPr sz="1600">
                <a:solidFill>
                  <a:srgbClr val="333333"/>
                </a:solidFill>
                <a:latin typeface="Calibri"/>
              </a:rPr>
              <a:t>double → int (manual, perde dados)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int x = (int) 3.14; // resultado: 3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Integer.parseInt("42")  // String → int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Cuidado: </a:t>
            </a:r>
            <a:r>
              <a:rPr sz="1600">
                <a:solidFill>
                  <a:srgbClr val="333333"/>
                </a:solidFill>
                <a:latin typeface="Calibri"/>
              </a:rPr>
              <a:t>Converter texto inválido causa erro!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Atividade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NOVA AÇÃO - Aplicação do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Sistema de Cadastro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ATIVIDADE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Crie programa que: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1. Peça nome completo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2. Peça idade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3. Peça altura (ex: 1.75)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4. Peça se é estudante (true/false)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5. Exiba todos os dados formatados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Desafio: calcule o ano de nascimento.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Tempo: 40 minutos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Resumo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 QUE APRENDEMOS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Variáveis armazenam dados na memória.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Java tem 8 tipos primitivos + String.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Scanner lê dados do teclado.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Casting converte entre tipos.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Nomes em camelCase (idadeAluno, nomeCompleto).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Próxima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PREPARE-SE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Aula 05: Operadores em Java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Vamos fazer cálculos e comparações!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Revisem a tabuada!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548640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sc.senac.br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AD36F74984E4C83EABABA42430AEF" ma:contentTypeVersion="3" ma:contentTypeDescription="Crie um novo documento." ma:contentTypeScope="" ma:versionID="bdab33ee89558bf29d82415e2b345454">
  <xsd:schema xmlns:xsd="http://www.w3.org/2001/XMLSchema" xmlns:xs="http://www.w3.org/2001/XMLSchema" xmlns:p="http://schemas.microsoft.com/office/2006/metadata/properties" xmlns:ns2="49d84168-217c-43eb-a13d-f6f391da8223" targetNamespace="http://schemas.microsoft.com/office/2006/metadata/properties" ma:root="true" ma:fieldsID="20eb942400b5f8426e28c99a637d8a7e" ns2:_="">
    <xsd:import namespace="49d84168-217c-43eb-a13d-f6f391da82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68-217c-43eb-a13d-f6f391da8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471931-6D25-4868-9EC4-BB2FFA89608A}"/>
</file>

<file path=customXml/itemProps2.xml><?xml version="1.0" encoding="utf-8"?>
<ds:datastoreItem xmlns:ds="http://schemas.openxmlformats.org/officeDocument/2006/customXml" ds:itemID="{9CAC4921-EF03-49B8-8A2F-FB7DE61B0138}"/>
</file>

<file path=customXml/itemProps3.xml><?xml version="1.0" encoding="utf-8"?>
<ds:datastoreItem xmlns:ds="http://schemas.openxmlformats.org/officeDocument/2006/customXml" ds:itemID="{6881CF78-9434-432E-A2DF-F16A0C2B95A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0x010100483AD36F74984E4C83EABABA42430AEF</vt:lpwstr>
  </property>
</Properties>
</file>